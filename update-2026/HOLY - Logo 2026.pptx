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 Bold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00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49230" y="2074700"/>
            <a:ext cx="6189541" cy="6137601"/>
          </a:xfrm>
          <a:custGeom>
            <a:avLst/>
            <a:gdLst/>
            <a:ahLst/>
            <a:cxnLst/>
            <a:rect r="r" b="b" t="t" l="l"/>
            <a:pathLst>
              <a:path h="6137601" w="6189541">
                <a:moveTo>
                  <a:pt x="0" y="0"/>
                </a:moveTo>
                <a:lnTo>
                  <a:pt x="6189540" y="0"/>
                </a:lnTo>
                <a:lnTo>
                  <a:pt x="6189540" y="6137600"/>
                </a:lnTo>
                <a:lnTo>
                  <a:pt x="0" y="613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03210" y="0"/>
            <a:ext cx="3734011" cy="10287000"/>
            <a:chOff x="0" y="0"/>
            <a:chExt cx="98344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34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983443">
                  <a:moveTo>
                    <a:pt x="0" y="0"/>
                  </a:moveTo>
                  <a:lnTo>
                    <a:pt x="983443" y="0"/>
                  </a:lnTo>
                  <a:lnTo>
                    <a:pt x="9834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00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8344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53989" y="0"/>
            <a:ext cx="3734011" cy="10287000"/>
            <a:chOff x="0" y="0"/>
            <a:chExt cx="98344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34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983443">
                  <a:moveTo>
                    <a:pt x="0" y="0"/>
                  </a:moveTo>
                  <a:lnTo>
                    <a:pt x="983443" y="0"/>
                  </a:lnTo>
                  <a:lnTo>
                    <a:pt x="9834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8FAF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8344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86442" y="0"/>
            <a:ext cx="3616768" cy="10287000"/>
            <a:chOff x="0" y="0"/>
            <a:chExt cx="952564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564" cy="2709333"/>
            </a:xfrm>
            <a:custGeom>
              <a:avLst/>
              <a:gdLst/>
              <a:ahLst/>
              <a:cxnLst/>
              <a:rect r="r" b="b" t="t" l="l"/>
              <a:pathLst>
                <a:path h="2709333" w="952564">
                  <a:moveTo>
                    <a:pt x="0" y="0"/>
                  </a:moveTo>
                  <a:lnTo>
                    <a:pt x="952564" y="0"/>
                  </a:lnTo>
                  <a:lnTo>
                    <a:pt x="95256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00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52564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37221" y="0"/>
            <a:ext cx="3616768" cy="10287000"/>
            <a:chOff x="0" y="0"/>
            <a:chExt cx="952564" cy="27093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2564" cy="2709333"/>
            </a:xfrm>
            <a:custGeom>
              <a:avLst/>
              <a:gdLst/>
              <a:ahLst/>
              <a:cxnLst/>
              <a:rect r="r" b="b" t="t" l="l"/>
              <a:pathLst>
                <a:path h="2709333" w="952564">
                  <a:moveTo>
                    <a:pt x="0" y="0"/>
                  </a:moveTo>
                  <a:lnTo>
                    <a:pt x="952564" y="0"/>
                  </a:lnTo>
                  <a:lnTo>
                    <a:pt x="95256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2F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52564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30326" y="0"/>
            <a:ext cx="3616768" cy="10287000"/>
            <a:chOff x="0" y="0"/>
            <a:chExt cx="952564" cy="27093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2564" cy="2709333"/>
            </a:xfrm>
            <a:custGeom>
              <a:avLst/>
              <a:gdLst/>
              <a:ahLst/>
              <a:cxnLst/>
              <a:rect r="r" b="b" t="t" l="l"/>
              <a:pathLst>
                <a:path h="2709333" w="952564">
                  <a:moveTo>
                    <a:pt x="0" y="0"/>
                  </a:moveTo>
                  <a:lnTo>
                    <a:pt x="952564" y="0"/>
                  </a:lnTo>
                  <a:lnTo>
                    <a:pt x="95256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52564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1066800"/>
            <a:ext cx="1361033" cy="69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6"/>
              </a:lnSpc>
            </a:pPr>
            <a:r>
              <a:rPr lang="en-US" sz="2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PALETTE</a:t>
            </a:r>
          </a:p>
          <a:p>
            <a:pPr algn="l">
              <a:lnSpc>
                <a:spcPts val="2756"/>
              </a:lnSpc>
            </a:pPr>
            <a:r>
              <a:rPr lang="en-US" sz="2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COLORI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0249" y="5181600"/>
            <a:ext cx="1375618" cy="35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6"/>
              </a:lnSpc>
            </a:pPr>
            <a:r>
              <a:rPr lang="en-US" sz="2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#FFFFFF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57796" y="5181600"/>
            <a:ext cx="1536978" cy="35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6"/>
              </a:lnSpc>
            </a:pPr>
            <a:r>
              <a:rPr lang="en-US" sz="2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#D2FF00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735089" y="5181600"/>
            <a:ext cx="1481584" cy="35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6"/>
              </a:lnSpc>
            </a:pPr>
            <a:r>
              <a:rPr lang="en-US" sz="2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#C8FAF7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64616" y="5181600"/>
            <a:ext cx="1460421" cy="35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b="true" sz="26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#170020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13021" y="5181600"/>
            <a:ext cx="1518196" cy="351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b="true" sz="26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#FF0053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81891" y="0"/>
            <a:ext cx="6304047" cy="10287000"/>
            <a:chOff x="0" y="0"/>
            <a:chExt cx="16603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03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0325">
                  <a:moveTo>
                    <a:pt x="0" y="0"/>
                  </a:moveTo>
                  <a:lnTo>
                    <a:pt x="1660325" y="0"/>
                  </a:lnTo>
                  <a:lnTo>
                    <a:pt x="166032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6032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75783" y="0"/>
            <a:ext cx="6106109" cy="10287000"/>
            <a:chOff x="0" y="0"/>
            <a:chExt cx="160819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819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08193">
                  <a:moveTo>
                    <a:pt x="0" y="0"/>
                  </a:moveTo>
                  <a:lnTo>
                    <a:pt x="1608193" y="0"/>
                  </a:lnTo>
                  <a:lnTo>
                    <a:pt x="160819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D9D9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081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486816" y="3288677"/>
            <a:ext cx="3740178" cy="3709646"/>
          </a:xfrm>
          <a:custGeom>
            <a:avLst/>
            <a:gdLst/>
            <a:ahLst/>
            <a:cxnLst/>
            <a:rect r="r" b="b" t="t" l="l"/>
            <a:pathLst>
              <a:path h="3709646" w="3740178">
                <a:moveTo>
                  <a:pt x="0" y="0"/>
                </a:moveTo>
                <a:lnTo>
                  <a:pt x="3740178" y="0"/>
                </a:lnTo>
                <a:lnTo>
                  <a:pt x="3740178" y="3709646"/>
                </a:lnTo>
                <a:lnTo>
                  <a:pt x="0" y="3709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58317" y="3288677"/>
            <a:ext cx="3741039" cy="3709646"/>
          </a:xfrm>
          <a:custGeom>
            <a:avLst/>
            <a:gdLst/>
            <a:ahLst/>
            <a:cxnLst/>
            <a:rect r="r" b="b" t="t" l="l"/>
            <a:pathLst>
              <a:path h="3709646" w="3741039">
                <a:moveTo>
                  <a:pt x="0" y="0"/>
                </a:moveTo>
                <a:lnTo>
                  <a:pt x="3741039" y="0"/>
                </a:lnTo>
                <a:lnTo>
                  <a:pt x="3741039" y="3709646"/>
                </a:lnTo>
                <a:lnTo>
                  <a:pt x="0" y="37096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53644" y="3288677"/>
            <a:ext cx="3741039" cy="3709646"/>
          </a:xfrm>
          <a:custGeom>
            <a:avLst/>
            <a:gdLst/>
            <a:ahLst/>
            <a:cxnLst/>
            <a:rect r="r" b="b" t="t" l="l"/>
            <a:pathLst>
              <a:path h="3709646" w="3741039">
                <a:moveTo>
                  <a:pt x="0" y="0"/>
                </a:moveTo>
                <a:lnTo>
                  <a:pt x="3741039" y="0"/>
                </a:lnTo>
                <a:lnTo>
                  <a:pt x="3741039" y="3709646"/>
                </a:lnTo>
                <a:lnTo>
                  <a:pt x="0" y="37096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981075"/>
            <a:ext cx="240744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Logo Completo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81891" y="0"/>
            <a:ext cx="6282054" cy="10418959"/>
            <a:chOff x="0" y="0"/>
            <a:chExt cx="1654533" cy="2744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4533" cy="2744088"/>
            </a:xfrm>
            <a:custGeom>
              <a:avLst/>
              <a:gdLst/>
              <a:ahLst/>
              <a:cxnLst/>
              <a:rect r="r" b="b" t="t" l="l"/>
              <a:pathLst>
                <a:path h="2744088" w="1654533">
                  <a:moveTo>
                    <a:pt x="0" y="0"/>
                  </a:moveTo>
                  <a:lnTo>
                    <a:pt x="1654533" y="0"/>
                  </a:lnTo>
                  <a:lnTo>
                    <a:pt x="1654533" y="2744088"/>
                  </a:lnTo>
                  <a:lnTo>
                    <a:pt x="0" y="274408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54533" cy="2791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75783" y="-153952"/>
            <a:ext cx="6106109" cy="10594904"/>
            <a:chOff x="0" y="0"/>
            <a:chExt cx="1608193" cy="27904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8193" cy="2790428"/>
            </a:xfrm>
            <a:custGeom>
              <a:avLst/>
              <a:gdLst/>
              <a:ahLst/>
              <a:cxnLst/>
              <a:rect r="r" b="b" t="t" l="l"/>
              <a:pathLst>
                <a:path h="2790428" w="1608193">
                  <a:moveTo>
                    <a:pt x="0" y="0"/>
                  </a:moveTo>
                  <a:lnTo>
                    <a:pt x="1608193" y="0"/>
                  </a:lnTo>
                  <a:lnTo>
                    <a:pt x="1608193" y="2790428"/>
                  </a:lnTo>
                  <a:lnTo>
                    <a:pt x="0" y="2790428"/>
                  </a:lnTo>
                  <a:close/>
                </a:path>
              </a:pathLst>
            </a:custGeom>
            <a:solidFill>
              <a:srgbClr val="9D9D9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08193" cy="2838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623208" y="3938094"/>
            <a:ext cx="3011258" cy="2410812"/>
          </a:xfrm>
          <a:custGeom>
            <a:avLst/>
            <a:gdLst/>
            <a:ahLst/>
            <a:cxnLst/>
            <a:rect r="r" b="b" t="t" l="l"/>
            <a:pathLst>
              <a:path h="2410812" w="3011258">
                <a:moveTo>
                  <a:pt x="0" y="0"/>
                </a:moveTo>
                <a:lnTo>
                  <a:pt x="3011258" y="0"/>
                </a:lnTo>
                <a:lnTo>
                  <a:pt x="3011258" y="2410812"/>
                </a:lnTo>
                <a:lnTo>
                  <a:pt x="0" y="2410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9721" y="3938094"/>
            <a:ext cx="3014642" cy="2410812"/>
          </a:xfrm>
          <a:custGeom>
            <a:avLst/>
            <a:gdLst/>
            <a:ahLst/>
            <a:cxnLst/>
            <a:rect r="r" b="b" t="t" l="l"/>
            <a:pathLst>
              <a:path h="2410812" w="3014642">
                <a:moveTo>
                  <a:pt x="0" y="0"/>
                </a:moveTo>
                <a:lnTo>
                  <a:pt x="3014642" y="0"/>
                </a:lnTo>
                <a:lnTo>
                  <a:pt x="3014642" y="2410812"/>
                </a:lnTo>
                <a:lnTo>
                  <a:pt x="0" y="2410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27578" y="3960062"/>
            <a:ext cx="3011258" cy="2388844"/>
          </a:xfrm>
          <a:custGeom>
            <a:avLst/>
            <a:gdLst/>
            <a:ahLst/>
            <a:cxnLst/>
            <a:rect r="r" b="b" t="t" l="l"/>
            <a:pathLst>
              <a:path h="2388844" w="3011258">
                <a:moveTo>
                  <a:pt x="0" y="0"/>
                </a:moveTo>
                <a:lnTo>
                  <a:pt x="3011258" y="0"/>
                </a:lnTo>
                <a:lnTo>
                  <a:pt x="3011258" y="2388844"/>
                </a:lnTo>
                <a:lnTo>
                  <a:pt x="0" y="2388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981075"/>
            <a:ext cx="185834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Logotipo #1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319945" cy="10287000"/>
            <a:chOff x="0" y="0"/>
            <a:chExt cx="245463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63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54636">
                  <a:moveTo>
                    <a:pt x="0" y="0"/>
                  </a:moveTo>
                  <a:lnTo>
                    <a:pt x="2454636" y="0"/>
                  </a:lnTo>
                  <a:lnTo>
                    <a:pt x="24546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5463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01314" y="3812186"/>
            <a:ext cx="3229372" cy="2662628"/>
          </a:xfrm>
          <a:custGeom>
            <a:avLst/>
            <a:gdLst/>
            <a:ahLst/>
            <a:cxnLst/>
            <a:rect r="r" b="b" t="t" l="l"/>
            <a:pathLst>
              <a:path h="2662628" w="3229372">
                <a:moveTo>
                  <a:pt x="0" y="0"/>
                </a:moveTo>
                <a:lnTo>
                  <a:pt x="3229372" y="0"/>
                </a:lnTo>
                <a:lnTo>
                  <a:pt x="3229372" y="2662628"/>
                </a:lnTo>
                <a:lnTo>
                  <a:pt x="0" y="26626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75787" y="3812186"/>
            <a:ext cx="3229372" cy="2662628"/>
          </a:xfrm>
          <a:custGeom>
            <a:avLst/>
            <a:gdLst/>
            <a:ahLst/>
            <a:cxnLst/>
            <a:rect r="r" b="b" t="t" l="l"/>
            <a:pathLst>
              <a:path h="2662628" w="3229372">
                <a:moveTo>
                  <a:pt x="0" y="0"/>
                </a:moveTo>
                <a:lnTo>
                  <a:pt x="3229372" y="0"/>
                </a:lnTo>
                <a:lnTo>
                  <a:pt x="3229372" y="2662628"/>
                </a:lnTo>
                <a:lnTo>
                  <a:pt x="0" y="2662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81075"/>
            <a:ext cx="193290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Logotipo #2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81891" y="0"/>
            <a:ext cx="6106109" cy="10287000"/>
            <a:chOff x="0" y="0"/>
            <a:chExt cx="16081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819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08193">
                  <a:moveTo>
                    <a:pt x="0" y="0"/>
                  </a:moveTo>
                  <a:lnTo>
                    <a:pt x="1608193" y="0"/>
                  </a:lnTo>
                  <a:lnTo>
                    <a:pt x="160819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081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75783" y="-153952"/>
            <a:ext cx="6106109" cy="10594904"/>
            <a:chOff x="0" y="0"/>
            <a:chExt cx="1608193" cy="27904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8193" cy="2790428"/>
            </a:xfrm>
            <a:custGeom>
              <a:avLst/>
              <a:gdLst/>
              <a:ahLst/>
              <a:cxnLst/>
              <a:rect r="r" b="b" t="t" l="l"/>
              <a:pathLst>
                <a:path h="2790428" w="1608193">
                  <a:moveTo>
                    <a:pt x="0" y="0"/>
                  </a:moveTo>
                  <a:lnTo>
                    <a:pt x="1608193" y="0"/>
                  </a:lnTo>
                  <a:lnTo>
                    <a:pt x="1608193" y="2790428"/>
                  </a:lnTo>
                  <a:lnTo>
                    <a:pt x="0" y="2790428"/>
                  </a:lnTo>
                  <a:close/>
                </a:path>
              </a:pathLst>
            </a:custGeom>
            <a:solidFill>
              <a:srgbClr val="9D9D9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08193" cy="2838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29078" y="3888696"/>
            <a:ext cx="2829844" cy="2814409"/>
          </a:xfrm>
          <a:custGeom>
            <a:avLst/>
            <a:gdLst/>
            <a:ahLst/>
            <a:cxnLst/>
            <a:rect r="r" b="b" t="t" l="l"/>
            <a:pathLst>
              <a:path h="2814409" w="2829844">
                <a:moveTo>
                  <a:pt x="0" y="0"/>
                </a:moveTo>
                <a:lnTo>
                  <a:pt x="2829844" y="0"/>
                </a:lnTo>
                <a:lnTo>
                  <a:pt x="2829844" y="2814408"/>
                </a:lnTo>
                <a:lnTo>
                  <a:pt x="0" y="2814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88613" y="3888696"/>
            <a:ext cx="2829844" cy="2814409"/>
          </a:xfrm>
          <a:custGeom>
            <a:avLst/>
            <a:gdLst/>
            <a:ahLst/>
            <a:cxnLst/>
            <a:rect r="r" b="b" t="t" l="l"/>
            <a:pathLst>
              <a:path h="2814409" w="2829844">
                <a:moveTo>
                  <a:pt x="0" y="0"/>
                </a:moveTo>
                <a:lnTo>
                  <a:pt x="2829845" y="0"/>
                </a:lnTo>
                <a:lnTo>
                  <a:pt x="2829845" y="2814408"/>
                </a:lnTo>
                <a:lnTo>
                  <a:pt x="0" y="2814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20023" y="3888696"/>
            <a:ext cx="2829844" cy="2814409"/>
          </a:xfrm>
          <a:custGeom>
            <a:avLst/>
            <a:gdLst/>
            <a:ahLst/>
            <a:cxnLst/>
            <a:rect r="r" b="b" t="t" l="l"/>
            <a:pathLst>
              <a:path h="2814409" w="2829844">
                <a:moveTo>
                  <a:pt x="0" y="0"/>
                </a:moveTo>
                <a:lnTo>
                  <a:pt x="2829845" y="0"/>
                </a:lnTo>
                <a:lnTo>
                  <a:pt x="2829845" y="2814408"/>
                </a:lnTo>
                <a:lnTo>
                  <a:pt x="0" y="2814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981075"/>
            <a:ext cx="1773436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Marchio</a:t>
            </a:r>
            <a:r>
              <a:rPr lang="en-US" b="true" sz="2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#1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176963"/>
            <a:ext cx="9319945" cy="10640926"/>
            <a:chOff x="0" y="0"/>
            <a:chExt cx="2454636" cy="28025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4636" cy="2802548"/>
            </a:xfrm>
            <a:custGeom>
              <a:avLst/>
              <a:gdLst/>
              <a:ahLst/>
              <a:cxnLst/>
              <a:rect r="r" b="b" t="t" l="l"/>
              <a:pathLst>
                <a:path h="2802548" w="2454636">
                  <a:moveTo>
                    <a:pt x="0" y="0"/>
                  </a:moveTo>
                  <a:lnTo>
                    <a:pt x="2454636" y="0"/>
                  </a:lnTo>
                  <a:lnTo>
                    <a:pt x="2454636" y="2802548"/>
                  </a:lnTo>
                  <a:lnTo>
                    <a:pt x="0" y="280254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54636" cy="2850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47467" y="3502053"/>
            <a:ext cx="3313012" cy="3282893"/>
          </a:xfrm>
          <a:custGeom>
            <a:avLst/>
            <a:gdLst/>
            <a:ahLst/>
            <a:cxnLst/>
            <a:rect r="r" b="b" t="t" l="l"/>
            <a:pathLst>
              <a:path h="3282893" w="3313012">
                <a:moveTo>
                  <a:pt x="0" y="0"/>
                </a:moveTo>
                <a:lnTo>
                  <a:pt x="3313011" y="0"/>
                </a:lnTo>
                <a:lnTo>
                  <a:pt x="3313011" y="3282894"/>
                </a:lnTo>
                <a:lnTo>
                  <a:pt x="0" y="3282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76773" y="3502053"/>
            <a:ext cx="3313012" cy="3282893"/>
          </a:xfrm>
          <a:custGeom>
            <a:avLst/>
            <a:gdLst/>
            <a:ahLst/>
            <a:cxnLst/>
            <a:rect r="r" b="b" t="t" l="l"/>
            <a:pathLst>
              <a:path h="3282893" w="3313012">
                <a:moveTo>
                  <a:pt x="0" y="0"/>
                </a:moveTo>
                <a:lnTo>
                  <a:pt x="3313012" y="0"/>
                </a:lnTo>
                <a:lnTo>
                  <a:pt x="3313012" y="3282894"/>
                </a:lnTo>
                <a:lnTo>
                  <a:pt x="0" y="3282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81075"/>
            <a:ext cx="1848073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Marchio #2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86600" y="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00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49230" y="2074700"/>
            <a:ext cx="6189541" cy="6137601"/>
          </a:xfrm>
          <a:custGeom>
            <a:avLst/>
            <a:gdLst/>
            <a:ahLst/>
            <a:cxnLst/>
            <a:rect r="r" b="b" t="t" l="l"/>
            <a:pathLst>
              <a:path h="6137601" w="6189541">
                <a:moveTo>
                  <a:pt x="0" y="0"/>
                </a:moveTo>
                <a:lnTo>
                  <a:pt x="6189540" y="0"/>
                </a:lnTo>
                <a:lnTo>
                  <a:pt x="6189540" y="6137600"/>
                </a:lnTo>
                <a:lnTo>
                  <a:pt x="0" y="613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00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DAHTkCHePjQ</dc:identifier>
  <dcterms:modified xsi:type="dcterms:W3CDTF">2011-08-01T06:04:30Z</dcterms:modified>
  <cp:revision>1</cp:revision>
  <dc:title>HOLY - Logo 2026</dc:title>
</cp:coreProperties>
</file>